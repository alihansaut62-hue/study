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>
                <a:latin typeface="Arial"/>
              </a:rPr>
              <a:t>CIPHER — Автоматизированный веб-сканер уязвимостей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Тема: Проектирование и программная реализация автоматизированного веб-сканера</a:t>
            </a:r>
          </a:p>
          <a:p/>
          <a:p>
            <a:r>
              <a:t>Дипломная работа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и проблематика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Рост числа кибератак на веб-приложения</a:t>
            </a:r>
          </a:p>
          <a:p>
            <a:pPr lvl="1"/>
            <a:r>
              <a:t>Более 70% успешных атак происходят из-за базовых уязвимостей и ошибок конфигурации (Misconfigurations).</a:t>
            </a:r>
          </a:p>
          <a:p>
            <a:pPr/>
            <a:r>
              <a:t>Основные конфигурационные ошибки:</a:t>
            </a:r>
          </a:p>
          <a:p>
            <a:pPr lvl="1"/>
            <a:r>
              <a:t>Открытые порты баз данных (3306, 5432)</a:t>
            </a:r>
          </a:p>
          <a:p>
            <a:pPr lvl="1"/>
            <a:r>
              <a:t>Отсутствие защитных HTTP-заголовков (CSP, HSTS)</a:t>
            </a:r>
          </a:p>
          <a:p>
            <a:pPr lvl="1"/>
            <a:r>
              <a:t>Утечки служебных файлов (.env, .git)</a:t>
            </a:r>
          </a:p>
          <a:p>
            <a:pPr lvl="1"/>
            <a:r>
              <a:t>Устаревшие SSL/TLS сертификаты</a:t>
            </a:r>
          </a:p>
          <a:p>
            <a:pPr/>
            <a:r>
              <a:t>Недостатки существующих решений (Nmap, ZAP): высокая сложность, избыточность функционала и недоступность для экспресс-аудита.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и объект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Цель работы:</a:t>
            </a:r>
          </a:p>
          <a:p>
            <a:pPr lvl="1"/>
            <a:r>
              <a:t>Проектирование и программная реализация легковесного автоматизированного веб-сканера (CIPHER) для оперативного выявления конфигурационных уязвимостей и формирования практических рекомендаций.</a:t>
            </a:r>
          </a:p>
          <a:p>
            <a:pPr>
              <a:defRPr b="1"/>
            </a:pPr>
            <a:r>
              <a:t>Объект исследования:</a:t>
            </a:r>
          </a:p>
          <a:p>
            <a:pPr lvl="1"/>
            <a:r>
              <a:t>Процесс обеспечения информационной безопасности веб-приложений и серверной инфраструктуры.</a:t>
            </a:r>
          </a:p>
          <a:p>
            <a:pPr>
              <a:defRPr b="1"/>
            </a:pPr>
            <a:r>
              <a:t>Предмет исследования:</a:t>
            </a:r>
          </a:p>
          <a:p>
            <a:pPr lvl="1"/>
            <a:r>
              <a:t>Методы, алгоритмы и программные средства автоматизированного сканирования.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системы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Выбран подход клиент-серверной архитектуры (REST API).</a:t>
            </a:r>
          </a:p>
          <a:p>
            <a:pPr/>
            <a:r>
              <a:t>Серверная часть (Backend):</a:t>
            </a:r>
          </a:p>
          <a:p>
            <a:pPr lvl="1"/>
            <a:r>
              <a:t>Язык: Python 3</a:t>
            </a:r>
          </a:p>
          <a:p>
            <a:pPr lvl="1"/>
            <a:r>
              <a:t>Фреймворк: Flask (микрофреймворк для обеспечения высокой скорости)</a:t>
            </a:r>
          </a:p>
          <a:p>
            <a:pPr lvl="1"/>
            <a:r>
              <a:t>Используются нативные библиотеки socket и ssl для низкоуровневых сетевых проверок без сторонних зависимостей.</a:t>
            </a:r>
          </a:p>
          <a:p>
            <a:pPr/>
            <a:r>
              <a:t>Клиентская часть (Frontend):</a:t>
            </a:r>
          </a:p>
          <a:p>
            <a:pPr lvl="1"/>
            <a:r>
              <a:t>Технологии: HTML5, CSS3, Vanilla JS</a:t>
            </a:r>
          </a:p>
          <a:p>
            <a:pPr lvl="1"/>
            <a:r>
              <a:t>Отказ от тяжелых фреймворков (React/Vue) для обеспечения мгновенной загрузки и высокой отзывчивости.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Алгоритмы детектирования уязвимостей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Система реализует 4 основных модуля сканирования:</a:t>
            </a:r>
          </a:p>
          <a:p>
            <a:pPr lvl="1"/>
            <a:r>
              <a:t>1. Анализ HTTP-заголовков безопасности</a:t>
            </a:r>
          </a:p>
          <a:p>
            <a:pPr lvl="2"/>
            <a:r>
              <a:t>Проверка наличия CSP, HSTS, X-Frame-Options с учетом регистра.</a:t>
            </a:r>
          </a:p>
          <a:p>
            <a:pPr lvl="1"/>
            <a:r>
              <a:t>2. Валидация SSL/TLS сертификатов</a:t>
            </a:r>
          </a:p>
          <a:p>
            <a:pPr lvl="2"/>
            <a:r>
              <a:t>Извлечение срока действия (в днях) и проверка версии протокола TLS.</a:t>
            </a:r>
          </a:p>
          <a:p>
            <a:pPr lvl="1"/>
            <a:r>
              <a:t>3. Эвристическое сканирование сетевых портов</a:t>
            </a:r>
          </a:p>
          <a:p>
            <a:pPr lvl="2"/>
            <a:r>
              <a:t>Проверка только критических портов (22, 3306, 5432, 27017) для минимизации нагрузки и блокировок.</a:t>
            </a:r>
          </a:p>
          <a:p>
            <a:pPr lvl="1"/>
            <a:r>
              <a:t>4. Поиск утечек конфигурационной информации</a:t>
            </a:r>
          </a:p>
          <a:p>
            <a:pPr lvl="2"/>
            <a:r>
              <a:t>Анализ скрытых путей (Directory Brute-forcing) /.env, /.git/config.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Модель оценки риска и интерфейс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Интеллектуальная агрегация метрик:</a:t>
            </a:r>
          </a:p>
          <a:p>
            <a:pPr lvl="1"/>
            <a:r>
              <a:t>Разработана математическая модель скоринга для вычисления итогового уровня угрозы.</a:t>
            </a:r>
          </a:p>
          <a:p>
            <a:pPr lvl="1"/>
            <a:r>
              <a:t>Категории риска: Низкий, Средний, Высокий, Критический.</a:t>
            </a:r>
          </a:p>
          <a:p>
            <a:pPr/>
            <a:r>
              <a:t>Уникальный пользовательский интерфейс:</a:t>
            </a:r>
          </a:p>
          <a:p>
            <a:pPr lvl="1"/>
            <a:r>
              <a:t>Дизайн в стиле «Dark Mode / Cyberpunk» (со сниженной нагрузкой на зрение).</a:t>
            </a:r>
          </a:p>
          <a:p>
            <a:pPr lvl="1"/>
            <a:r>
              <a:t>Динамическая генерация двух видов рекомендаций:</a:t>
            </a:r>
          </a:p>
          <a:p>
            <a:pPr lvl="2"/>
            <a:r>
              <a:t>Для владельца: технические инструкции (Nginx, iptables).</a:t>
            </a:r>
          </a:p>
          <a:p>
            <a:pPr lvl="2"/>
            <a:r>
              <a:t>Для пользователя: предупреждения о вводе персональных данных.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Практическая апробация (Тестирование)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Тестирование по методу «черного ящика» на двух виртуальных стендах:</a:t>
            </a:r>
          </a:p>
          <a:p>
            <a:pPr/>
            <a:r>
              <a:t>Стенд «А» (Уязвимый):</a:t>
            </a:r>
          </a:p>
          <a:p>
            <a:pPr lvl="1"/>
            <a:r>
              <a:t>Условия: Открыт порт 3306, нет HTTPS, утечка файла .env.</a:t>
            </a:r>
          </a:p>
          <a:p>
            <a:pPr lvl="1"/>
            <a:r>
              <a:t>Результат: 100% уязвимостей найдено, присвоен «Критический» риск.</a:t>
            </a:r>
          </a:p>
          <a:p>
            <a:pPr/>
            <a:r>
              <a:t>Стенд «Б» (Защищенный):</a:t>
            </a:r>
          </a:p>
          <a:p>
            <a:pPr lvl="1"/>
            <a:r>
              <a:t>Условия: Доступ только по 443 (HTTPS), включен Firewall, строгие HTTP-заголовки.</a:t>
            </a:r>
          </a:p>
          <a:p>
            <a:pPr lvl="1"/>
            <a:r>
              <a:t>Результат: Система подтвердила защиту, присвоен «Низкий» риск.</a:t>
            </a:r>
          </a:p>
          <a:p>
            <a:pPr/>
            <a:r>
              <a:t>Производительность: Время сканирования одного хоста составило 2,8 – 4,2 секунды.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Цель исследования успешно достигнута:</a:t>
            </a:r>
          </a:p>
          <a:p>
            <a:pPr lvl="1"/>
            <a:r>
              <a:t>Спроектирован и разработан функционирующий автоматизированный веб-сканер CIPHER.</a:t>
            </a:r>
          </a:p>
          <a:p>
            <a:pPr lvl="1"/>
            <a:r>
              <a:t>Алгоритмы показали высокую точность выявления конфигурационных изъянов.</a:t>
            </a:r>
          </a:p>
          <a:p>
            <a:pPr lvl="1"/>
            <a:r>
              <a:t>Разработанная математическая модель оценки риска адекватно оценивает угрозы.</a:t>
            </a:r>
          </a:p>
          <a:p>
            <a:pPr/>
            <a:r>
              <a:t>Практическая значимость:</a:t>
            </a:r>
          </a:p>
          <a:p>
            <a:pPr lvl="1"/>
            <a:r>
              <a:t>Сканер готов к внедрению в CI/CD пайплайны для предрелизного контроля.</a:t>
            </a:r>
          </a:p>
          <a:p>
            <a:pPr lvl="1"/>
            <a:r>
              <a:t>Система решает проблему высокого порога входа, предоставляя понятные инструкции как инженерам, так и рядовым пользователям.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Буду рад ответить на ваши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